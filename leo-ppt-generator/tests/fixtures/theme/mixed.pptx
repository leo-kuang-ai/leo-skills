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>
  <p:clrMap bg1="dk1" tx1="lt1" bg2="lt2" tx2="dk2" accent1="accent1" accent2="accent2" accent3="accent3" accent4="accent4" accent5="accent5" accent6="accent6" hlink="hlink" folHlink="folHlink"/>
</p:sldMaster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  <p:sp>
        <p:nvSpPr>
          <p:cNvPr id="2" name="Hero Block"/>
          <p:cNvSpPr/>
          <p:nvPr/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pPr/>
            <a:r>
              <a:rPr lang="zh-CN" sz="3200" b="1">
                <a:solidFill>
                  <a:srgbClr val="C00000"/>
                </a:solidFill>
                <a:latin typeface="Calibri Light"/>
              </a:rPr>
              <a:t>季度增长再创新高</a:t>
            </a:r>
          </a:p>
          <a:p>
            <a:pPr/>
            <a:r>
              <a:rPr lang="zh-CN" sz="2800">
                <a:solidFill>
                  <a:srgbClr val="2563EB"/>
                </a:solidFill>
              </a:rPr>
              <a:t>三大支柱驱动</a:t>
            </a:r>
          </a:p>
          <a:p>
            <a:pPr>
              <a:defRPr sz="1800">
                <a:solidFill>
                  <a:schemeClr val="tx1"/>
                </a:solidFill>
                <a:latin typeface="思源黑体"/>
              </a:defRPr>
            </a:pPr>
            <a:r>
              <a:rPr lang="zh-CN" sz="1800">
                <a:solidFill>
                  <a:schemeClr val="tx1"/>
                </a:solidFill>
                <a:latin typeface="思源黑体"/>
              </a:rPr>
              <a:t>收入同比增长 23%，跑赢行业均值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 Theme">
  <a:themeElements>
    <a:clrScheme name="Fixture">
      <a:dk1>
        <a:sysClr val="windowText" lastClr="1F2A44"/>
      </a:dk1>
      <a:lt1>
        <a:sysClr val="window" lastClr="FFFFFF"/>
      </a:lt1>
      <a:dk2>
        <a:srgbClr val="2E3A59"/>
      </a:dk2>
      <a:lt2>
        <a:srgbClr val="F3F5F9"/>
      </a:lt2>
      <a:accent1>
        <a:srgbClr val="1F4E79"/>
      </a:accent1>
      <a:accent2>
        <a:srgbClr val="C00000"/>
      </a:accent2>
      <a:accent3>
        <a:srgbClr val="0F766E"/>
      </a:accent3>
      <a:accent4>
        <a:srgbClr val="2563EB"/>
      </a:accent4>
      <a:accent5>
        <a:srgbClr val="F59E0B"/>
      </a:accent5>
      <a:accent6>
        <a:srgbClr val="8B5CF6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</a:majorFont>
      <a:minorFont>
        <a:latin typeface="思源黑体"/>
      </a:minorFont>
    </a:fontScheme>
  </a:themeElements>
</a:theme>
</file>